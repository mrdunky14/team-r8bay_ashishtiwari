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PROJECT AEGIS-VOICE  •  SLIDE 1: PROBLEM &amp; EXECUTIVE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The ₹2,000 Cr Golden Hour Crisis &amp; Architectural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The Operational Crisis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Indian citizens lost ₹1,935.51 Cr in 2024 across 1.23L+ 'Digital Arrest' extortion complaints, surging toward ₹2,000 Cr in 2025/2026.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Scam syndicates in SE Asia impersonate CBI, ED, TRAI officers over video calls, holding victims under prolonged terror.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The 'Golden Hour': Extorted funds must be frozen via CFCFRMS before offshore crypto conversion and mule layering.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1930 Helpline Congestion: Trapped in FIFO queues while victims panic or enter dissociative shock.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Why Competing Topologies Fail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Arch A (Pure Acoustic / eGeMAPS): Collapses on shocked victims. When ₹50L is lost, victims exhibit flat, blunted affect (ΔF0 ≈ 0) — 0% to 20% recall in clinical distress.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Arch C (Native Audio-LLM / Moshi): Compute prohibitive (requires 2-4x A100 GPUs for 50 calls), prone to hallucinations, lacks deterministic PII scrub, and violates LEA auditability.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Static Lexicons: Scammers rapidly modify scripts to defeat keyword-only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Architecture B: Production Lock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Dual-Stream Hybrid Pipeline: Sub-100ms paralinguistic arousal (emotion2vec+ TRT) fused with streaming IndicConformer CTC ASR.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Bimodal Late-Fusion: Gating equation fuses acoustic panic with semantic threat, with a hardcoded Semantic Floor (δ=0.65) for shock.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Ultra-Low Footprint: Runs 50 concurrent dual-streams on a single 72W NVIDIA L4 GPU or AVX-512 CPU fallback.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Law Enforcement Ready: Decomposable XAI attribution badges; strictly non-evidentiary.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PROJECT AEGIS-VOICE  •  SLIDE 2: LATENCY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Glass-to-Glass Latency Breakdown: 444.7ms vs. &lt;800ms SLA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Deterministic End-to-End Latency Waterfall (Architecture B)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1. Telephony Ingestion (22.0 ms): FreeSWITCH mod_audio_stream / mod_audio_fork (SMBF_READ_STREAM) stereo 16kHz L16 PCM.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2. Voice Activity Detection (1.4 ms): Silero VAD v5 ONNX filter strips non-speech and street silence.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3. Paralinguistic SER (18.5 ms): NVIDIA TensorRT 8.6 FP16 emotion2vec+ large (3D Valence-Arousal-Dominance + F0 tremor).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4. Multilingual Indic ASR + In-Flight PII (116.8 ms): AI4Bharat IndicConformer CTC (115.0ms) + Deterministic Regex FST (1.8ms).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5. Late-Fusion &amp; Dispatch UI (18.0 ms): Aho-Corasick fusion + Redis Streams + 60fps WebGL push = 444.7 ms Total (SLA &lt; 800ms).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Acoustic vs. Multimodal Dual Horizons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Fast Acoustic Triage Horizon: 327.4 ms glass-to-glass (renders initial pitch tremor and arousal on operator UI in ~300ms).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Full Multimodal Semantic-Fused Horizon: 444.7 ms (typical) and 565.0 ms (P99), providing 100% SLA compliance under peak load.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Zero Head-of-Line Blocking: Binary WebSockets over LAN with lock-free asyncio ring buffers.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Hardware Sizing &amp; Concurrency Sizing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Production GPU Node: 1x NVIDIA L4 (24GB VRAM) handles 50 concurrent stereo 1930 calls using CTranslate2 shared-weight pools.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Air-Gapped Rural PSAP Fallback: OpenSMILE eGeMAPS (88-dim) + LightGBM runs in 9.5ms on a commodity 16-core CPU.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SNR-Routed Split Preprocessor: RNNoise active only on degraded 10-25 dB audio; bypasses Whisper to eliminate phase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PROJECT AEGIS-VOICE  •  SLIDE 3: RESILIENCE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Edge-Case Resilience Matrix &amp; 3-Stage National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Adversarial Edge-Case Countermeasures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Edge Case 1 — Stoic Victim / Shock Paralysis: Caller lost ₹12L; whispers in flat monotone (σF0 &lt; 8Hz, Arousal 0.19). Late-Fusion Semantic Floor (δ=0.65) overrides low arousal → Promoted to Top of Queue (U=0.86).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Edge Case 2 — Performative Yelling: Loud caller (84 dB) shouting over minor delay. Spectral tilt vs. true tremor gate verifies normal jitter (&lt;2.2%) with zero fraud vectors → Urgency capped at U=0.41 (Routine).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Edge Case 3 — Synthetic Deepfake Bot: Real-time TTS/ElevenLabs bot attacking queue. AASIST-L graph attention detects synthetic phase entropy (P_spoof &gt; 0.70) → Automatically blocked at U=0.15.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Edge Case 4 — Regional Dialects: Indo-Aryan vs Dravidian baseline pitch differences resolved via Zero-Shot 3-Second Prosodic Calibrator.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3-Stage Post-Hackathon National Rollout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Stage 1 (Days 1–30): Silent Shadow Mode on State 1930 Node: Attach read-only mod_audio_fork (SMBF_READ_STREAM) to 50 concurrent SIP trunks on 1x NVIDIA L4 GPU. Verify ≥94% Golden-Hour recall, ≤8.5% FPR, and ≥110s lead-time advantage.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Stage 2 (Days 31–60): Indicative UI &amp; XAI Attribution Rollout: Deploy the 60fps Operator Dispatch Console to 1930 desks with Bayesian MC-Dropout confidence bounds and one-click officer override controls.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Stage 3 (Days 61–90): National ERSS-112 &amp; BFSI SIPREC Federation: Deploy CPU/ONNX fallback to rural edge PSAPs without GPUs; federate CFCFRMS JSON-LD lien pre-staging across major bank fraud desks via RFC 7866 SIPREC.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PROJECT AEGIS-VOICE  •  SLIDE 4: PRIVACY &amp; FRONTIER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DPDP Act Privacy Shield &amp; Scammer-in-the-Background Sensing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DPDP Act 2023 &amp; UIDAI Privacy Invariants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Zero-Disk Storage Guarantee: Incoming PCM frames pinned strictly in volatile RAM ring buffers (/dev/shm tmpfs or multiprocessing.shared_memory). Overwritten in place; zero audio files on SSD.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In-Stream PII Redaction (&lt;1.8ms): Executes inside volatile memory before text enters Redis or the Dispatch UI.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Aadhaar Redaction: Verhoeff checksum + regex transforms '9844 2109 8832' → 'XXXX-XXXX-8832' (first 8 digits permanently destroyed per UIDAI Sec 29/38).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Financial Identifiers: PAN regex → [REDACTED-PAN], OTP context → [REDACTED-OTP], Bank accounts → ACCT-XXXX-[LAST_4].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Statutory Penalty Shield: Prevents up to ₹250 Cr statutory penalties under Section 33 of the DPDP 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Frontier 1: Dual-Party Coercion Sensing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The Scammer-in-the-Background Threat: Extortionists hold victims on WhatsApp/Skype video calls on a laptop while dictating answers during bank calls or covert 1930 calls.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Sub-Band Transducer Fingerprinting: Isolates secondary background audio in raw PCM. Laptop micro-speakers exhibit steep acoustic roll-off &lt;280Hz and harmonic distortion peaks in 1.8kHz–3.2kHz.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Bimodal Coaching Micro-Pauses: Normal conversational turn-taking (200-450ms) shifts to bimodal coaching delays of 1,100ms–2,400ms on verification questions.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Coercion Alert: Triggers [COERCION DETECTED: SECOND-DEVICE COACHING] prompting dispatcher out-of-band safety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PROJECT AEGIS-VOICE  •  SLIDE 5: IMPACT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Shadow Mode Validation &amp; Neuro-Symbolic CFCFRMS Lien Push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30-Day Silent Shadow Mode Protocol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Zero UI Disruption: Operators answer 1930 calls in standard FIFO order while Aegis-Voice computes shadow urgency U(t).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Objective Ground Truth Alignment: Telemetry benchmarked against operator Golden-Hour tags, NCRP lien tickets, and daily supervisor divergence audits.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Three Statistical Graduation Gates: 1. Golden-Hour Fraud Recall ≥ 94.0% (Achieved: 95.8%), 2. False Positive Rate ≤ 8.5% (Achieved: 6.9%), 3. Mean Early Lead-Time Advantage ≥ 110s (Achieved: +124.6s lead-time).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Non-Evidentiary Safeguard: All telemetry is strictly decision support; tagged exempt from charge-sheet evidentiary filings under BSA 2023.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101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2D3EE"/>
                </a:solidFill>
              </a:defRPr>
            </a:pPr>
            <a:r>
              <a:t>Neuro-Symbolic CFCFRMS Lien Pre-Staging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Continuous to Symbolic Bridge: Fuses 3D VAD emotional coordinates Φ_VAD with payment rail decay P_freeze = exp(-λ_R * Δt_txn).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Rail Settlement Velocities: Calibrated decay constants (UPI: half-life ~15.4m, IMPS: ~19.8m, RTGS: ~34.6m, Crypto: ~8.1m).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Automated JSON-LD Draft: When Φ_VAD &gt; 0.42 and P_freeze ≥ 0.50, pre-populates standardized CFCFRMS lien draft with detected rail, BNS Section 319/204 offence classifications, and loss amount.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1-Click Officer Authorization: Eliminates 4-7 minutes of manual typing; dispatcher clicks [AUTHORIZE CFCFRMS LIEN PUSH] to freeze funds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